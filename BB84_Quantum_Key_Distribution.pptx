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Gill Sans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7b345a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7b345a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f7b345a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f7b345a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7b345a0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7b345a0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7b345a0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f7b345a0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7b345a0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7b345a0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2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3">
            <a:alphaModFix/>
          </a:blip>
          <a:srcRect t="1538" b="-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274948" y="1623235"/>
            <a:ext cx="11642103" cy="120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3500" dirty="0">
                <a:latin typeface="Cambria"/>
                <a:ea typeface="Cambria"/>
                <a:cs typeface="Cambria"/>
                <a:sym typeface="Cambria"/>
              </a:rPr>
              <a:t> IBM BB84 </a:t>
            </a:r>
            <a:br>
              <a:rPr lang="en-US" sz="3500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sz="3500" dirty="0">
                <a:latin typeface="Cambria"/>
                <a:ea typeface="Cambria"/>
                <a:cs typeface="Cambria"/>
                <a:sym typeface="Cambria"/>
              </a:rPr>
              <a:t>Quantum Key Distribution</a:t>
            </a:r>
            <a:endParaRPr sz="3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33599" y="3429000"/>
            <a:ext cx="11524800" cy="29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                                                                                                               </a:t>
            </a:r>
            <a:endParaRPr lang="en-US" b="1" u="sng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                                                                                                                 </a:t>
            </a:r>
            <a:endParaRPr lang="en-US" dirty="0">
              <a:latin typeface="Cambria"/>
              <a:ea typeface="Cambria"/>
              <a:cs typeface="Cambria"/>
              <a:sym typeface="Cambria"/>
            </a:endParaRPr>
          </a:p>
          <a:p>
            <a:pPr marL="548640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    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424206" y="804519"/>
            <a:ext cx="1125560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                              "HACKATHON PROBLEM:</a:t>
            </a:r>
            <a:br>
              <a:rPr lang="en-US" b="1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               SECURE KEY GENERATION UNDER ATTACK"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292231" y="2015732"/>
            <a:ext cx="11387578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Goal: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Build a robust, practical BB84 quantum key distribution (QKD) demo.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Tasks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Implement protocol with/without noise and eavesdropping. Detect eavesdroppers (Eve) with high  accuracy . Statistically validate protocol with plots and metrics . Real-world motivation: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Classical cryptography can be broken; quantum-safe key distribution is urgently needed.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301979" cy="18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                                             </a:t>
            </a:r>
            <a:r>
              <a:rPr lang="en-US" sz="3600" b="1">
                <a:latin typeface="Cambria"/>
                <a:ea typeface="Cambria"/>
                <a:cs typeface="Cambria"/>
                <a:sym typeface="Cambria"/>
              </a:rPr>
              <a:t>HOW BB84 WORKS</a:t>
            </a:r>
            <a:r>
              <a:rPr lang="en-US" sz="3600">
                <a:latin typeface="Cambria"/>
                <a:ea typeface="Cambria"/>
                <a:cs typeface="Cambria"/>
                <a:sym typeface="Cambria"/>
              </a:rPr>
              <a:t>                           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                                                                                           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                                            </a:t>
            </a:r>
            <a:r>
              <a:rPr lang="en-US" sz="2700" b="1" u="sng">
                <a:latin typeface="Cambria"/>
                <a:ea typeface="Cambria"/>
                <a:cs typeface="Cambria"/>
                <a:sym typeface="Cambria"/>
              </a:rPr>
              <a:t>BB84 PROTOCOL- KEY STEPS</a:t>
            </a:r>
            <a:br>
              <a:rPr lang="en-US" sz="2700" b="1" u="sng">
                <a:latin typeface="Cambria"/>
                <a:ea typeface="Cambria"/>
                <a:cs typeface="Cambria"/>
                <a:sym typeface="Cambria"/>
              </a:rPr>
            </a:br>
            <a:br>
              <a:rPr lang="en-US" b="1" u="sng">
                <a:latin typeface="Cambria"/>
                <a:ea typeface="Cambria"/>
                <a:cs typeface="Cambria"/>
                <a:sym typeface="Cambria"/>
              </a:rPr>
            </a:br>
            <a:endParaRPr b="1" u="sng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0" y="2015732"/>
            <a:ext cx="12191999" cy="413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Step 1: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Alice prepares qubits  - 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Alice chooses a random sequence of bits (0 or 1).She also chooses a random sequence of bases — either : Rectilinear basis (+): |0⟩, |1⟩Diagonal basis (×): |+⟩, |−⟩She encodes each bit in one of the two bases and sends the qubits to Bob.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 Step 2: Bob measures the qubits -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Bob also randomly chooses a basis (+ or ×) for each qubit to  measure. Since he doesn’t know Alice’s bases, sometimes he measures in the correct basis (gets right result), and sometimes in the wrong basis (random result).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Step 3: Basis comparison (public discussion) -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After transmission, Alice and Bob publicly announce (over a classical channel) which bases they used — not the bit  values . They discard all bits where their bases  differ. The remaining bits form the raw key.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-113125" y="2015725"/>
            <a:ext cx="11952900" cy="3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Step 4: Eavesdropping detection  -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To check for an eavesdropper (Eve), Alice and Bob compare a small sample of their key bits . If  too many bits differ, they know someone may have interfered — and they abort the  process. If the error rate is low, they assume the channel is secure.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Step 5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Key generation  -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The remaining bits (after error checking and privacy amplification) become the final secret key, which can be used for encryption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Step 6 : Security Principle - 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Any attempt by Eve to measure the qubits will disturb them (due to quantum mechanics).This disturbance introduces errors, which Alice and Bob can detect.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1454251" y="1756125"/>
            <a:ext cx="9613200" cy="1887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WITH OTHER PROTOCOLS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E91 Protocol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1451575" y="2000425"/>
            <a:ext cx="9735900" cy="46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Uses entangled photon pairs instead of prepared states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Security based on Bell’s Inequality violation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Working: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chemeClr val="lt2"/>
                </a:highlight>
              </a:rPr>
              <a:t>Source creates entangled pairs</a:t>
            </a:r>
            <a:endParaRPr sz="1600">
              <a:highlight>
                <a:schemeClr val="lt2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chemeClr val="lt2"/>
                </a:highlight>
              </a:rPr>
              <a:t>Send one photon to alice and one to Bob</a:t>
            </a:r>
            <a:endParaRPr sz="1600">
              <a:highlight>
                <a:schemeClr val="lt2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chemeClr val="lt2"/>
                </a:highlight>
              </a:rPr>
              <a:t>Both measure in random bases</a:t>
            </a:r>
            <a:endParaRPr sz="1600">
              <a:highlight>
                <a:schemeClr val="lt2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chemeClr val="lt2"/>
                </a:highlight>
              </a:rPr>
              <a:t>Verify entanglement via Bell test</a:t>
            </a:r>
            <a:endParaRPr sz="1600">
              <a:highlight>
                <a:schemeClr val="lt2"/>
              </a:highlight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highlight>
                  <a:schemeClr val="lt2"/>
                </a:highlight>
              </a:rPr>
              <a:t>Advantage: More fundamentally quantum and device independent potential</a:t>
            </a:r>
            <a:endParaRPr>
              <a:highlight>
                <a:schemeClr val="lt2"/>
              </a:highlight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B92 - Simplified Two State Protocol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Uses only two orthogonal states instead of four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Alice encodes 0 as ket 0 and 1 as ket +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Bob uses positive operator valued measure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measurement gave inconclusive result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Keeps only conclusive measurement for key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Reduced state preparation complexity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Good for specific encoding schemes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Decoy BB84 Protocol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451575" y="2000425"/>
            <a:ext cx="10641300" cy="46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b="1"/>
              <a:t>Problem with BB84:</a:t>
            </a:r>
            <a:r>
              <a:rPr lang="en-US"/>
              <a:t> Required perfect single photon sources and prone to PNS attacks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b="1"/>
              <a:t>Solution:</a:t>
            </a:r>
            <a:endParaRPr b="1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 multiple intensity signals(Signals and decoys)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Eve now cannot distinguish between signal and decoy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Statistical analysis reveals PNS attacks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Enabled commercial QKD employment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hardware, smarter protocol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Mechanism Comparison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1"/>
          </p:nvPr>
        </p:nvSpPr>
        <p:spPr>
          <a:xfrm>
            <a:off x="1451579" y="2375282"/>
            <a:ext cx="9603300" cy="34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BB84: Measure QBER, Eve’s wrong basis choice - 25% error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B92: Monitors error rate in conclusive measurement, Eve’s disturbance reduces conclusive measurement rate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E91: Tests bell inequality violation, Eve’s presence reduces quantum correlation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Decoy BB84: Monitors decoy pulse statistics and Eve treats differently in PNS attacks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endParaRPr/>
          </a:p>
        </p:txBody>
      </p:sp>
      <p:pic>
        <p:nvPicPr>
          <p:cNvPr id="153" name="Google Shape;153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7584" y="405352"/>
            <a:ext cx="10661700" cy="55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600</Words>
  <Application>Microsoft Office PowerPoint</Application>
  <PresentationFormat>Widescreen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Gill Sans</vt:lpstr>
      <vt:lpstr>Gallery</vt:lpstr>
      <vt:lpstr> IBM BB84  Quantum Key Distribution</vt:lpstr>
      <vt:lpstr>                              "HACKATHON PROBLEM:                SECURE KEY GENERATION UNDER ATTACK"</vt:lpstr>
      <vt:lpstr>                                              HOW BB84 WORKS                                                                                                                                                                    BB84 PROTOCOL- KEY STEPS  </vt:lpstr>
      <vt:lpstr>PowerPoint Presentation</vt:lpstr>
      <vt:lpstr>COMPARISON WITH OTHER PROTOCOLS</vt:lpstr>
      <vt:lpstr>E91 Protocol</vt:lpstr>
      <vt:lpstr>B92 - Simplified Two State Protocol</vt:lpstr>
      <vt:lpstr>Decoy BB84 Protocol</vt:lpstr>
      <vt:lpstr>Security Mechanism Comparison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SMIT PATEL</dc:creator>
  <cp:lastModifiedBy>Smit Patel</cp:lastModifiedBy>
  <cp:revision>3</cp:revision>
  <dcterms:modified xsi:type="dcterms:W3CDTF">2026-03-28T06:06:22Z</dcterms:modified>
</cp:coreProperties>
</file>